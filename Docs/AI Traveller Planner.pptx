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B13A8-2FDF-4890-9877-A781CB58215C}" v="7" dt="2026-06-19T17:54:03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an Marepally" userId="a34991614569bdff" providerId="LiveId" clId="{BA778801-1B1D-4950-876A-669C8E7339C0}"/>
    <pc:docChg chg="custSel addSld modSld">
      <pc:chgData name="Nandan Marepally" userId="a34991614569bdff" providerId="LiveId" clId="{BA778801-1B1D-4950-876A-669C8E7339C0}" dt="2026-06-19T17:54:34.982" v="104" actId="1076"/>
      <pc:docMkLst>
        <pc:docMk/>
      </pc:docMkLst>
      <pc:sldChg chg="addSp delSp modSp new mod">
        <pc:chgData name="Nandan Marepally" userId="a34991614569bdff" providerId="LiveId" clId="{BA778801-1B1D-4950-876A-669C8E7339C0}" dt="2026-06-19T17:46:37.777" v="14"/>
        <pc:sldMkLst>
          <pc:docMk/>
          <pc:sldMk cId="3278494106" sldId="256"/>
        </pc:sldMkLst>
        <pc:spChg chg="del">
          <ac:chgData name="Nandan Marepally" userId="a34991614569bdff" providerId="LiveId" clId="{BA778801-1B1D-4950-876A-669C8E7339C0}" dt="2026-06-19T17:45:31.148" v="5" actId="478"/>
          <ac:spMkLst>
            <pc:docMk/>
            <pc:sldMk cId="3278494106" sldId="256"/>
            <ac:spMk id="2" creationId="{DBB3952E-2EA5-711B-7D29-83AAAE653432}"/>
          </ac:spMkLst>
        </pc:spChg>
        <pc:spChg chg="del">
          <ac:chgData name="Nandan Marepally" userId="a34991614569bdff" providerId="LiveId" clId="{BA778801-1B1D-4950-876A-669C8E7339C0}" dt="2026-06-19T17:45:38.077" v="7" actId="478"/>
          <ac:spMkLst>
            <pc:docMk/>
            <pc:sldMk cId="3278494106" sldId="256"/>
            <ac:spMk id="3" creationId="{1A2D24FB-88F0-EFBF-2F7D-F839D191B7C7}"/>
          </ac:spMkLst>
        </pc:spChg>
        <pc:spChg chg="add mod">
          <ac:chgData name="Nandan Marepally" userId="a34991614569bdff" providerId="LiveId" clId="{BA778801-1B1D-4950-876A-669C8E7339C0}" dt="2026-06-19T17:46:37.777" v="14"/>
          <ac:spMkLst>
            <pc:docMk/>
            <pc:sldMk cId="3278494106" sldId="256"/>
            <ac:spMk id="5" creationId="{20E2DB5C-9F6A-394B-A3F4-C41003CD0290}"/>
          </ac:spMkLst>
        </pc:spChg>
        <pc:picChg chg="add mod">
          <ac:chgData name="Nandan Marepally" userId="a34991614569bdff" providerId="LiveId" clId="{BA778801-1B1D-4950-876A-669C8E7339C0}" dt="2026-06-19T17:45:50.705" v="11" actId="1076"/>
          <ac:picMkLst>
            <pc:docMk/>
            <pc:sldMk cId="3278494106" sldId="256"/>
            <ac:picMk id="7" creationId="{64E83DBE-70A6-014C-BD3A-F4BDA2081FC3}"/>
          </ac:picMkLst>
        </pc:picChg>
      </pc:sldChg>
      <pc:sldChg chg="addSp delSp modSp new mod">
        <pc:chgData name="Nandan Marepally" userId="a34991614569bdff" providerId="LiveId" clId="{BA778801-1B1D-4950-876A-669C8E7339C0}" dt="2026-06-19T17:47:56.408" v="46" actId="1076"/>
        <pc:sldMkLst>
          <pc:docMk/>
          <pc:sldMk cId="712673031" sldId="257"/>
        </pc:sldMkLst>
        <pc:spChg chg="mod">
          <ac:chgData name="Nandan Marepally" userId="a34991614569bdff" providerId="LiveId" clId="{BA778801-1B1D-4950-876A-669C8E7339C0}" dt="2026-06-19T17:47:41.357" v="41" actId="20577"/>
          <ac:spMkLst>
            <pc:docMk/>
            <pc:sldMk cId="712673031" sldId="257"/>
            <ac:spMk id="2" creationId="{D7164AF7-0ECF-D11D-82BF-304663C7D4BB}"/>
          </ac:spMkLst>
        </pc:spChg>
        <pc:spChg chg="del">
          <ac:chgData name="Nandan Marepally" userId="a34991614569bdff" providerId="LiveId" clId="{BA778801-1B1D-4950-876A-669C8E7339C0}" dt="2026-06-19T17:47:03.469" v="16" actId="478"/>
          <ac:spMkLst>
            <pc:docMk/>
            <pc:sldMk cId="712673031" sldId="257"/>
            <ac:spMk id="3" creationId="{6ED97839-B06C-6AF4-0814-8C28C160F650}"/>
          </ac:spMkLst>
        </pc:spChg>
        <pc:picChg chg="add mod">
          <ac:chgData name="Nandan Marepally" userId="a34991614569bdff" providerId="LiveId" clId="{BA778801-1B1D-4950-876A-669C8E7339C0}" dt="2026-06-19T17:47:56.408" v="46" actId="1076"/>
          <ac:picMkLst>
            <pc:docMk/>
            <pc:sldMk cId="712673031" sldId="257"/>
            <ac:picMk id="5" creationId="{3EF8ED0B-EC8D-345D-765E-3F6717EC15D7}"/>
          </ac:picMkLst>
        </pc:picChg>
      </pc:sldChg>
      <pc:sldChg chg="addSp delSp modSp new mod">
        <pc:chgData name="Nandan Marepally" userId="a34991614569bdff" providerId="LiveId" clId="{BA778801-1B1D-4950-876A-669C8E7339C0}" dt="2026-06-19T17:49:39.975" v="67" actId="1076"/>
        <pc:sldMkLst>
          <pc:docMk/>
          <pc:sldMk cId="868011715" sldId="258"/>
        </pc:sldMkLst>
        <pc:spChg chg="mod">
          <ac:chgData name="Nandan Marepally" userId="a34991614569bdff" providerId="LiveId" clId="{BA778801-1B1D-4950-876A-669C8E7339C0}" dt="2026-06-19T17:48:29.666" v="49"/>
          <ac:spMkLst>
            <pc:docMk/>
            <pc:sldMk cId="868011715" sldId="258"/>
            <ac:spMk id="2" creationId="{CAC0B49F-EF18-BC95-1189-4A56181A8140}"/>
          </ac:spMkLst>
        </pc:spChg>
        <pc:spChg chg="del">
          <ac:chgData name="Nandan Marepally" userId="a34991614569bdff" providerId="LiveId" clId="{BA778801-1B1D-4950-876A-669C8E7339C0}" dt="2026-06-19T17:48:14.906" v="48" actId="478"/>
          <ac:spMkLst>
            <pc:docMk/>
            <pc:sldMk cId="868011715" sldId="258"/>
            <ac:spMk id="3" creationId="{97488887-71B0-A87C-950F-DB151AFCCFC1}"/>
          </ac:spMkLst>
        </pc:spChg>
        <pc:picChg chg="add del mod">
          <ac:chgData name="Nandan Marepally" userId="a34991614569bdff" providerId="LiveId" clId="{BA778801-1B1D-4950-876A-669C8E7339C0}" dt="2026-06-19T17:49:34.461" v="63" actId="478"/>
          <ac:picMkLst>
            <pc:docMk/>
            <pc:sldMk cId="868011715" sldId="258"/>
            <ac:picMk id="5" creationId="{C6FD4A9C-867E-8862-7198-D826AD44E8CA}"/>
          </ac:picMkLst>
        </pc:picChg>
        <pc:picChg chg="add mod">
          <ac:chgData name="Nandan Marepally" userId="a34991614569bdff" providerId="LiveId" clId="{BA778801-1B1D-4950-876A-669C8E7339C0}" dt="2026-06-19T17:49:39.975" v="67" actId="1076"/>
          <ac:picMkLst>
            <pc:docMk/>
            <pc:sldMk cId="868011715" sldId="258"/>
            <ac:picMk id="7" creationId="{0239B9AC-1CB0-6FF4-26BD-DAB2F3439C1E}"/>
          </ac:picMkLst>
        </pc:picChg>
      </pc:sldChg>
      <pc:sldChg chg="addSp delSp modSp new mod">
        <pc:chgData name="Nandan Marepally" userId="a34991614569bdff" providerId="LiveId" clId="{BA778801-1B1D-4950-876A-669C8E7339C0}" dt="2026-06-19T17:50:59.843" v="77" actId="1076"/>
        <pc:sldMkLst>
          <pc:docMk/>
          <pc:sldMk cId="21670777" sldId="259"/>
        </pc:sldMkLst>
        <pc:spChg chg="mod">
          <ac:chgData name="Nandan Marepally" userId="a34991614569bdff" providerId="LiveId" clId="{BA778801-1B1D-4950-876A-669C8E7339C0}" dt="2026-06-19T17:50:09.199" v="70"/>
          <ac:spMkLst>
            <pc:docMk/>
            <pc:sldMk cId="21670777" sldId="259"/>
            <ac:spMk id="2" creationId="{78CEA8D0-7311-CDFC-8FDD-20CAA3B95481}"/>
          </ac:spMkLst>
        </pc:spChg>
        <pc:spChg chg="del">
          <ac:chgData name="Nandan Marepally" userId="a34991614569bdff" providerId="LiveId" clId="{BA778801-1B1D-4950-876A-669C8E7339C0}" dt="2026-06-19T17:49:54.503" v="69" actId="478"/>
          <ac:spMkLst>
            <pc:docMk/>
            <pc:sldMk cId="21670777" sldId="259"/>
            <ac:spMk id="3" creationId="{209F9912-AFB0-8512-261D-C8EAB3CE1A48}"/>
          </ac:spMkLst>
        </pc:spChg>
        <pc:picChg chg="add mod">
          <ac:chgData name="Nandan Marepally" userId="a34991614569bdff" providerId="LiveId" clId="{BA778801-1B1D-4950-876A-669C8E7339C0}" dt="2026-06-19T17:50:59.843" v="77" actId="1076"/>
          <ac:picMkLst>
            <pc:docMk/>
            <pc:sldMk cId="21670777" sldId="259"/>
            <ac:picMk id="5" creationId="{F0924D38-3A1B-9007-73E5-082535E877D6}"/>
          </ac:picMkLst>
        </pc:picChg>
      </pc:sldChg>
      <pc:sldChg chg="addSp delSp modSp new mod">
        <pc:chgData name="Nandan Marepally" userId="a34991614569bdff" providerId="LiveId" clId="{BA778801-1B1D-4950-876A-669C8E7339C0}" dt="2026-06-19T17:51:49.197" v="82"/>
        <pc:sldMkLst>
          <pc:docMk/>
          <pc:sldMk cId="1418772677" sldId="260"/>
        </pc:sldMkLst>
        <pc:spChg chg="mod">
          <ac:chgData name="Nandan Marepally" userId="a34991614569bdff" providerId="LiveId" clId="{BA778801-1B1D-4950-876A-669C8E7339C0}" dt="2026-06-19T17:51:20.494" v="79"/>
          <ac:spMkLst>
            <pc:docMk/>
            <pc:sldMk cId="1418772677" sldId="260"/>
            <ac:spMk id="2" creationId="{3453E730-3DF2-7D92-A722-C4CD10223016}"/>
          </ac:spMkLst>
        </pc:spChg>
        <pc:spChg chg="del">
          <ac:chgData name="Nandan Marepally" userId="a34991614569bdff" providerId="LiveId" clId="{BA778801-1B1D-4950-876A-669C8E7339C0}" dt="2026-06-19T17:51:28.031" v="80" actId="478"/>
          <ac:spMkLst>
            <pc:docMk/>
            <pc:sldMk cId="1418772677" sldId="260"/>
            <ac:spMk id="3" creationId="{B2B8C555-27CC-B7FC-5843-B5F1E3951EF2}"/>
          </ac:spMkLst>
        </pc:spChg>
        <pc:picChg chg="add mod">
          <ac:chgData name="Nandan Marepally" userId="a34991614569bdff" providerId="LiveId" clId="{BA778801-1B1D-4950-876A-669C8E7339C0}" dt="2026-06-19T17:51:49.197" v="82"/>
          <ac:picMkLst>
            <pc:docMk/>
            <pc:sldMk cId="1418772677" sldId="260"/>
            <ac:picMk id="5" creationId="{E5E5212F-3587-18FB-0232-AB1ED0081959}"/>
          </ac:picMkLst>
        </pc:picChg>
      </pc:sldChg>
      <pc:sldChg chg="addSp delSp modSp new mod">
        <pc:chgData name="Nandan Marepally" userId="a34991614569bdff" providerId="LiveId" clId="{BA778801-1B1D-4950-876A-669C8E7339C0}" dt="2026-06-19T17:53:01.620" v="90" actId="1076"/>
        <pc:sldMkLst>
          <pc:docMk/>
          <pc:sldMk cId="3104415971" sldId="261"/>
        </pc:sldMkLst>
        <pc:spChg chg="mod">
          <ac:chgData name="Nandan Marepally" userId="a34991614569bdff" providerId="LiveId" clId="{BA778801-1B1D-4950-876A-669C8E7339C0}" dt="2026-06-19T17:52:15.481" v="85"/>
          <ac:spMkLst>
            <pc:docMk/>
            <pc:sldMk cId="3104415971" sldId="261"/>
            <ac:spMk id="2" creationId="{BB991BA7-6D65-DD0B-64F8-C7FA98B738E3}"/>
          </ac:spMkLst>
        </pc:spChg>
        <pc:spChg chg="del">
          <ac:chgData name="Nandan Marepally" userId="a34991614569bdff" providerId="LiveId" clId="{BA778801-1B1D-4950-876A-669C8E7339C0}" dt="2026-06-19T17:52:02.083" v="84" actId="478"/>
          <ac:spMkLst>
            <pc:docMk/>
            <pc:sldMk cId="3104415971" sldId="261"/>
            <ac:spMk id="3" creationId="{AB2E818B-C1F1-9C57-3D28-1356439739A7}"/>
          </ac:spMkLst>
        </pc:spChg>
        <pc:picChg chg="add mod">
          <ac:chgData name="Nandan Marepally" userId="a34991614569bdff" providerId="LiveId" clId="{BA778801-1B1D-4950-876A-669C8E7339C0}" dt="2026-06-19T17:53:01.620" v="90" actId="1076"/>
          <ac:picMkLst>
            <pc:docMk/>
            <pc:sldMk cId="3104415971" sldId="261"/>
            <ac:picMk id="5" creationId="{64C4A03D-F931-CDD0-CA65-443CBCDF167C}"/>
          </ac:picMkLst>
        </pc:picChg>
      </pc:sldChg>
      <pc:sldChg chg="addSp delSp modSp new mod">
        <pc:chgData name="Nandan Marepally" userId="a34991614569bdff" providerId="LiveId" clId="{BA778801-1B1D-4950-876A-669C8E7339C0}" dt="2026-06-19T17:53:48.747" v="97" actId="1076"/>
        <pc:sldMkLst>
          <pc:docMk/>
          <pc:sldMk cId="2625518384" sldId="262"/>
        </pc:sldMkLst>
        <pc:spChg chg="mod">
          <ac:chgData name="Nandan Marepally" userId="a34991614569bdff" providerId="LiveId" clId="{BA778801-1B1D-4950-876A-669C8E7339C0}" dt="2026-06-19T17:53:13.384" v="92"/>
          <ac:spMkLst>
            <pc:docMk/>
            <pc:sldMk cId="2625518384" sldId="262"/>
            <ac:spMk id="2" creationId="{DE67AF23-7FCD-D858-E8EC-F1985E28186A}"/>
          </ac:spMkLst>
        </pc:spChg>
        <pc:spChg chg="del">
          <ac:chgData name="Nandan Marepally" userId="a34991614569bdff" providerId="LiveId" clId="{BA778801-1B1D-4950-876A-669C8E7339C0}" dt="2026-06-19T17:53:17.364" v="93" actId="478"/>
          <ac:spMkLst>
            <pc:docMk/>
            <pc:sldMk cId="2625518384" sldId="262"/>
            <ac:spMk id="3" creationId="{78EFA757-F95B-5F87-8930-67D841BAB85E}"/>
          </ac:spMkLst>
        </pc:spChg>
        <pc:picChg chg="add mod">
          <ac:chgData name="Nandan Marepally" userId="a34991614569bdff" providerId="LiveId" clId="{BA778801-1B1D-4950-876A-669C8E7339C0}" dt="2026-06-19T17:53:48.747" v="97" actId="1076"/>
          <ac:picMkLst>
            <pc:docMk/>
            <pc:sldMk cId="2625518384" sldId="262"/>
            <ac:picMk id="5" creationId="{E3A5D57A-F1EA-2A6D-B280-A60E0EF854B7}"/>
          </ac:picMkLst>
        </pc:picChg>
      </pc:sldChg>
      <pc:sldChg chg="addSp delSp modSp new mod">
        <pc:chgData name="Nandan Marepally" userId="a34991614569bdff" providerId="LiveId" clId="{BA778801-1B1D-4950-876A-669C8E7339C0}" dt="2026-06-19T17:54:34.982" v="104" actId="1076"/>
        <pc:sldMkLst>
          <pc:docMk/>
          <pc:sldMk cId="4016958003" sldId="263"/>
        </pc:sldMkLst>
        <pc:spChg chg="mod">
          <ac:chgData name="Nandan Marepally" userId="a34991614569bdff" providerId="LiveId" clId="{BA778801-1B1D-4950-876A-669C8E7339C0}" dt="2026-06-19T17:54:03.249" v="99"/>
          <ac:spMkLst>
            <pc:docMk/>
            <pc:sldMk cId="4016958003" sldId="263"/>
            <ac:spMk id="2" creationId="{E60BABE4-13A9-6533-AC0A-9E203876C886}"/>
          </ac:spMkLst>
        </pc:spChg>
        <pc:spChg chg="del">
          <ac:chgData name="Nandan Marepally" userId="a34991614569bdff" providerId="LiveId" clId="{BA778801-1B1D-4950-876A-669C8E7339C0}" dt="2026-06-19T17:54:06.663" v="100" actId="478"/>
          <ac:spMkLst>
            <pc:docMk/>
            <pc:sldMk cId="4016958003" sldId="263"/>
            <ac:spMk id="3" creationId="{A5F376D5-2587-5558-1CB7-0E81D695F3D0}"/>
          </ac:spMkLst>
        </pc:spChg>
        <pc:picChg chg="add mod">
          <ac:chgData name="Nandan Marepally" userId="a34991614569bdff" providerId="LiveId" clId="{BA778801-1B1D-4950-876A-669C8E7339C0}" dt="2026-06-19T17:54:34.982" v="104" actId="1076"/>
          <ac:picMkLst>
            <pc:docMk/>
            <pc:sldMk cId="4016958003" sldId="263"/>
            <ac:picMk id="5" creationId="{1B88EAE4-EE7A-9E6E-E614-D9C8059E2F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9745-7653-976B-2D61-E85928EE6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48E91-A694-D8EC-1FC1-7E0C5358B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26004-EFAE-88C2-D4A2-C07A3F1A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5F00B-66CF-D990-4FD9-D220771F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4E7D9-F497-7769-0C01-75A47C0F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82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5035-151E-975B-874D-3D9E84BB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665B6-60A0-CE54-F4E0-44BEFFF3D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06607-4142-96E2-95D8-701FBF1D9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89104-FB79-655F-1852-EDFC4CEB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1ADDE-5F67-86EA-74E7-3F2858D3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69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74F2A-97D0-8D55-877E-F4AC35767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61133-D5DF-15D5-9E93-723E98785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E3237-B70A-F03B-0882-AF965B7D1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786D-6B40-7C95-6066-9E713878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F9E90-1458-EC35-67EE-7A05D6A0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934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689C-60CD-C993-8E81-E691B7F9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C6C07-9297-723D-A360-5F571A77C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7E167-631A-36C0-4872-59F7D1391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44E1F-A1EF-8B99-06A2-97C0741F5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74EB9-1894-BC80-7ADF-364AD819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749BE-AB05-1E82-AC1A-0F33F73C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3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87B0-127F-995D-CF95-B0C3DDA1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5911B-182D-DBDE-BE54-8EA6CC311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2BA7B-505E-3CEA-A9CA-92C79A871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7F6D7-095C-D378-410C-8171CD415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D5D45-D8C4-F102-3692-AD5E249B3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45FE9-12CE-0A90-9CB8-CB0C7D95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B8C97-8818-FCF0-E15F-5E6C363A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E8D563-09DC-5B7B-83D4-74B61DC0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273F8-EF60-ADF8-742E-8ECE6FAA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BC446-1A61-A497-265F-B3D7A141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A4CAA-3C7A-672B-D699-EED33855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D82D4-C8AC-5C88-1A32-C5C092BE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93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04887B-02B6-4B29-32D4-59E596BD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903E5-63DA-9428-246F-246FEEF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DB786-89A9-7F39-3D5E-25CE3E98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78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1B65-EF07-4E10-7927-7EA8874A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8AACE-82E8-4E0F-19B1-C8D8AFF4F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F2924-56FF-AFD3-D7AE-16BD1D4D2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63B1B-EFA8-B491-8AF5-552B758A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CCED4-9E0D-E389-EB90-FB9AF58A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563BE-721C-CB59-813C-9CECC562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79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960E-D41C-5A0A-C231-7E7D10F0D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970BD-CCD5-2DB6-DA52-D800AA968C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A7AE8-733F-C2D0-AB18-BD7C77254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4F9E9-867A-38A4-A664-22BCB284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5C568-774D-898F-FC3C-E04265F0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CB0B1-9E01-C231-8E81-5824AB0C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71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3AAE-7597-1366-4028-12D6D92E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450B4-BD0C-F19B-9785-610D58486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E0C41-9DA2-A51D-C602-5400CB9D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9916D-B785-76E0-E52D-448768C5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614C9-6A9B-0363-9DA7-67DFAE67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84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A4005-2D85-23C2-57B0-330C23FC3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6B996-8577-1720-9D44-54D8B1DAB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E0D33-E9C1-88B2-EF78-CC6F29BBE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910A9-962B-898B-45B9-CBC6E4B4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A7AD2-C975-0922-FED2-BDF2CB59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09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63CA7B-D1B0-E754-09F8-C66797C65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0A1B8-BF2F-C4E3-0095-9BA165D01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30D33-62C9-D6E7-EB9C-854317441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973A6-5C96-42F0-A425-165EBD7C4AB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6CB48-E8BF-0EB1-D216-189AB2889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8577F-5673-B2A6-D44F-5E16DC667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F523D-273C-4D96-990D-3DA7F97B2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09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E2DB5C-9F6A-394B-A3F4-C41003CD0290}"/>
              </a:ext>
            </a:extLst>
          </p:cNvPr>
          <p:cNvSpPr txBox="1"/>
          <p:nvPr/>
        </p:nvSpPr>
        <p:spPr>
          <a:xfrm>
            <a:off x="1604518" y="36364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Overall System Architecture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83DBE-70A6-014C-BD3A-F4BDA2081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" y="1925233"/>
            <a:ext cx="10901071" cy="29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9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4AF7-0ECF-D11D-82BF-304663C7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Authentication 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8ED0B-EC8D-345D-765E-3F6717EC1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309" y="1351915"/>
            <a:ext cx="4248617" cy="514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73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B49F-EF18-BC95-1189-4A56181A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AI Trip Generation 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39B9AC-1CB0-6FF4-26BD-DAB2F3439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845" y="0"/>
            <a:ext cx="9771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11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EA8D0-7311-CDFC-8FDD-20CAA3B9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Weather-Aware Planning Feature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24D38-3A1B-9007-73E5-082535E87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66" y="965835"/>
            <a:ext cx="4457730" cy="552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E730-3DF2-7D92-A722-C4CD10223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Backend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5212F-3587-18FB-0232-AB1ED0081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1263"/>
            <a:ext cx="12192000" cy="295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7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1BA7-6D65-DD0B-64F8-C7FA98B73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6. MongoDB Schema Relationship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4A03D-F931-CDD0-CA65-443CBCDF1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029" y="1027906"/>
            <a:ext cx="1714014" cy="525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1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AF23-7FCD-D858-E8EC-F1985E28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7. AI Chat Assistant Flow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5D57A-F1EA-2A6D-B280-A60E0EF85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823" y="1209040"/>
            <a:ext cx="3129071" cy="519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1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ABE4-13A9-6533-AC0A-9E203876C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8. End-to-End Request Lifecycle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8EAE4-EE7A-9E6E-E614-D9C8059E2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92987"/>
            <a:ext cx="9990532" cy="504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58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2. Authentication Flow </vt:lpstr>
      <vt:lpstr>3. AI Trip Generation Flow</vt:lpstr>
      <vt:lpstr>4. Weather-Aware Planning Feature </vt:lpstr>
      <vt:lpstr>5. Backend Architecture</vt:lpstr>
      <vt:lpstr>6. MongoDB Schema Relationship </vt:lpstr>
      <vt:lpstr>7. AI Chat Assistant Flow </vt:lpstr>
      <vt:lpstr>8. End-to-End Request Lifecycle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Nandan Marepally</dc:creator>
  <cp:lastModifiedBy>Nandan Marepally</cp:lastModifiedBy>
  <cp:revision>1</cp:revision>
  <dcterms:created xsi:type="dcterms:W3CDTF">2026-06-19T17:44:37Z</dcterms:created>
  <dcterms:modified xsi:type="dcterms:W3CDTF">2026-06-19T17:54:44Z</dcterms:modified>
</cp:coreProperties>
</file>